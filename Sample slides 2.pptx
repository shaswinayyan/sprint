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  <p:sldMasterId id="2147483713" r:id="rId5"/>
  </p:sldMasterIdLst>
  <p:notesMasterIdLst>
    <p:notesMasterId r:id="rId21"/>
  </p:notesMasterIdLst>
  <p:sldIdLst>
    <p:sldId id="256" r:id="rId6"/>
    <p:sldId id="258" r:id="rId7"/>
    <p:sldId id="259" r:id="rId8"/>
    <p:sldId id="271" r:id="rId9"/>
    <p:sldId id="260" r:id="rId10"/>
    <p:sldId id="269" r:id="rId11"/>
    <p:sldId id="261" r:id="rId12"/>
    <p:sldId id="274" r:id="rId13"/>
    <p:sldId id="263" r:id="rId14"/>
    <p:sldId id="264" r:id="rId15"/>
    <p:sldId id="270" r:id="rId16"/>
    <p:sldId id="266" r:id="rId17"/>
    <p:sldId id="276" r:id="rId18"/>
    <p:sldId id="275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BFA185-DEE8-399F-DD2F-170738DA1AA6}" v="26" dt="2025-03-06T05:49:58.826"/>
    <p1510:client id="{384F3C26-DB15-2C2B-E022-C60EB539C5C8}" v="1" dt="2025-03-06T09:46:19.215"/>
    <p1510:client id="{9196E06D-0A06-4151-AE46-314829F4CDC1}" v="12" dt="2025-03-06T09:42:04.655"/>
    <p1510:client id="{A6B20824-7022-4A11-9C99-84F3D32A8D9C}" v="153" dt="2025-03-06T05:59:32.596"/>
    <p1510:client id="{D5091396-EDA1-6E5F-4D48-942B5DF0F102}" v="2" dt="2025-03-07T07:09:49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pa Gouda, Preeti" userId="S::preeti.kalpa-gouda@capgemini.com::135fa645-b069-4dcd-86ca-f21559f48325" providerId="AD" clId="Web-{384F3C26-DB15-2C2B-E022-C60EB539C5C8}"/>
    <pc:docChg chg="modSld">
      <pc:chgData name="Kalpa Gouda, Preeti" userId="S::preeti.kalpa-gouda@capgemini.com::135fa645-b069-4dcd-86ca-f21559f48325" providerId="AD" clId="Web-{384F3C26-DB15-2C2B-E022-C60EB539C5C8}" dt="2025-03-06T09:46:19.215" v="0" actId="1076"/>
      <pc:docMkLst>
        <pc:docMk/>
      </pc:docMkLst>
      <pc:sldChg chg="modSp">
        <pc:chgData name="Kalpa Gouda, Preeti" userId="S::preeti.kalpa-gouda@capgemini.com::135fa645-b069-4dcd-86ca-f21559f48325" providerId="AD" clId="Web-{384F3C26-DB15-2C2B-E022-C60EB539C5C8}" dt="2025-03-06T09:46:19.215" v="0" actId="1076"/>
        <pc:sldMkLst>
          <pc:docMk/>
          <pc:sldMk cId="1622101587" sldId="270"/>
        </pc:sldMkLst>
        <pc:picChg chg="mod">
          <ac:chgData name="Kalpa Gouda, Preeti" userId="S::preeti.kalpa-gouda@capgemini.com::135fa645-b069-4dcd-86ca-f21559f48325" providerId="AD" clId="Web-{384F3C26-DB15-2C2B-E022-C60EB539C5C8}" dt="2025-03-06T09:46:19.215" v="0" actId="1076"/>
          <ac:picMkLst>
            <pc:docMk/>
            <pc:sldMk cId="1622101587" sldId="270"/>
            <ac:picMk id="5" creationId="{2B552CF5-3FCC-7B7C-C83F-3D9204A04FD1}"/>
          </ac:picMkLst>
        </pc:picChg>
      </pc:sldChg>
    </pc:docChg>
  </pc:docChgLst>
  <pc:docChgLst>
    <pc:chgData name="Kalpa Gouda, Preeti" userId="S::preeti.kalpa-gouda@capgemini.com::135fa645-b069-4dcd-86ca-f21559f48325" providerId="AD" clId="Web-{D5091396-EDA1-6E5F-4D48-942B5DF0F102}"/>
    <pc:docChg chg="modSld">
      <pc:chgData name="Kalpa Gouda, Preeti" userId="S::preeti.kalpa-gouda@capgemini.com::135fa645-b069-4dcd-86ca-f21559f48325" providerId="AD" clId="Web-{D5091396-EDA1-6E5F-4D48-942B5DF0F102}" dt="2025-03-07T07:09:49.265" v="1" actId="1076"/>
      <pc:docMkLst>
        <pc:docMk/>
      </pc:docMkLst>
      <pc:sldChg chg="modSp">
        <pc:chgData name="Kalpa Gouda, Preeti" userId="S::preeti.kalpa-gouda@capgemini.com::135fa645-b069-4dcd-86ca-f21559f48325" providerId="AD" clId="Web-{D5091396-EDA1-6E5F-4D48-942B5DF0F102}" dt="2025-03-07T07:09:49.265" v="1" actId="1076"/>
        <pc:sldMkLst>
          <pc:docMk/>
          <pc:sldMk cId="4008578076" sldId="275"/>
        </pc:sldMkLst>
        <pc:picChg chg="mod">
          <ac:chgData name="Kalpa Gouda, Preeti" userId="S::preeti.kalpa-gouda@capgemini.com::135fa645-b069-4dcd-86ca-f21559f48325" providerId="AD" clId="Web-{D5091396-EDA1-6E5F-4D48-942B5DF0F102}" dt="2025-03-07T07:09:49.265" v="1" actId="1076"/>
          <ac:picMkLst>
            <pc:docMk/>
            <pc:sldMk cId="4008578076" sldId="275"/>
            <ac:picMk id="5" creationId="{12445F01-4CBC-B593-BED3-C76CC6705AC6}"/>
          </ac:picMkLst>
        </pc:picChg>
      </pc:sldChg>
    </pc:docChg>
  </pc:docChgLst>
  <pc:docChgLst>
    <pc:chgData name="Shivyanshi, Kumari" userId="bbd30211-e9c6-4c3c-b087-fca18bcaa776" providerId="ADAL" clId="{9196E06D-0A06-4151-AE46-314829F4CDC1}"/>
    <pc:docChg chg="undo custSel modSld">
      <pc:chgData name="Shivyanshi, Kumari" userId="bbd30211-e9c6-4c3c-b087-fca18bcaa776" providerId="ADAL" clId="{9196E06D-0A06-4151-AE46-314829F4CDC1}" dt="2025-03-06T09:43:01.763" v="316" actId="20577"/>
      <pc:docMkLst>
        <pc:docMk/>
      </pc:docMkLst>
      <pc:sldChg chg="modSp mod">
        <pc:chgData name="Shivyanshi, Kumari" userId="bbd30211-e9c6-4c3c-b087-fca18bcaa776" providerId="ADAL" clId="{9196E06D-0A06-4151-AE46-314829F4CDC1}" dt="2025-03-06T09:43:01.763" v="316" actId="20577"/>
        <pc:sldMkLst>
          <pc:docMk/>
          <pc:sldMk cId="1764109310" sldId="256"/>
        </pc:sldMkLst>
        <pc:spChg chg="mod">
          <ac:chgData name="Shivyanshi, Kumari" userId="bbd30211-e9c6-4c3c-b087-fca18bcaa776" providerId="ADAL" clId="{9196E06D-0A06-4151-AE46-314829F4CDC1}" dt="2025-03-06T09:43:01.763" v="316" actId="20577"/>
          <ac:spMkLst>
            <pc:docMk/>
            <pc:sldMk cId="1764109310" sldId="256"/>
            <ac:spMk id="3" creationId="{BC4620FD-DC1D-8B77-58BD-F090D3FC4E1E}"/>
          </ac:spMkLst>
        </pc:spChg>
      </pc:sldChg>
      <pc:sldChg chg="modSp mod">
        <pc:chgData name="Shivyanshi, Kumari" userId="bbd30211-e9c6-4c3c-b087-fca18bcaa776" providerId="ADAL" clId="{9196E06D-0A06-4151-AE46-314829F4CDC1}" dt="2025-03-06T09:32:31.338" v="269" actId="14100"/>
        <pc:sldMkLst>
          <pc:docMk/>
          <pc:sldMk cId="887301917" sldId="263"/>
        </pc:sldMkLst>
        <pc:spChg chg="mod">
          <ac:chgData name="Shivyanshi, Kumari" userId="bbd30211-e9c6-4c3c-b087-fca18bcaa776" providerId="ADAL" clId="{9196E06D-0A06-4151-AE46-314829F4CDC1}" dt="2025-03-06T09:32:31.338" v="269" actId="14100"/>
          <ac:spMkLst>
            <pc:docMk/>
            <pc:sldMk cId="887301917" sldId="263"/>
            <ac:spMk id="9" creationId="{62DC4EAD-A510-06DB-2A31-DC58817D83A3}"/>
          </ac:spMkLst>
        </pc:spChg>
        <pc:spChg chg="mod">
          <ac:chgData name="Shivyanshi, Kumari" userId="bbd30211-e9c6-4c3c-b087-fca18bcaa776" providerId="ADAL" clId="{9196E06D-0A06-4151-AE46-314829F4CDC1}" dt="2025-03-06T09:32:22.947" v="268" actId="6549"/>
          <ac:spMkLst>
            <pc:docMk/>
            <pc:sldMk cId="887301917" sldId="263"/>
            <ac:spMk id="11" creationId="{E9B0D074-C6C5-DBFD-CF2C-0DBD8EF6D07E}"/>
          </ac:spMkLst>
        </pc:spChg>
        <pc:graphicFrameChg chg="mod">
          <ac:chgData name="Shivyanshi, Kumari" userId="bbd30211-e9c6-4c3c-b087-fca18bcaa776" providerId="ADAL" clId="{9196E06D-0A06-4151-AE46-314829F4CDC1}" dt="2025-03-06T09:27:11.094" v="58" actId="20577"/>
          <ac:graphicFrameMkLst>
            <pc:docMk/>
            <pc:sldMk cId="887301917" sldId="263"/>
            <ac:graphicFrameMk id="10" creationId="{C69B93E8-688C-26ED-1441-7AACA45C48CF}"/>
          </ac:graphicFrameMkLst>
        </pc:graphicFrameChg>
      </pc:sldChg>
      <pc:sldChg chg="addSp delSp modSp mod addAnim delAnim">
        <pc:chgData name="Shivyanshi, Kumari" userId="bbd30211-e9c6-4c3c-b087-fca18bcaa776" providerId="ADAL" clId="{9196E06D-0A06-4151-AE46-314829F4CDC1}" dt="2025-03-06T09:42:41.593" v="298" actId="14100"/>
        <pc:sldMkLst>
          <pc:docMk/>
          <pc:sldMk cId="1622101587" sldId="270"/>
        </pc:sldMkLst>
        <pc:spChg chg="mod">
          <ac:chgData name="Shivyanshi, Kumari" userId="bbd30211-e9c6-4c3c-b087-fca18bcaa776" providerId="ADAL" clId="{9196E06D-0A06-4151-AE46-314829F4CDC1}" dt="2025-03-06T09:42:04.654" v="289" actId="113"/>
          <ac:spMkLst>
            <pc:docMk/>
            <pc:sldMk cId="1622101587" sldId="270"/>
            <ac:spMk id="2" creationId="{DE257C73-623A-A4FA-9073-FF64D2E237B4}"/>
          </ac:spMkLst>
        </pc:spChg>
        <pc:spChg chg="add del">
          <ac:chgData name="Shivyanshi, Kumari" userId="bbd30211-e9c6-4c3c-b087-fca18bcaa776" providerId="ADAL" clId="{9196E06D-0A06-4151-AE46-314829F4CDC1}" dt="2025-03-06T09:40:48.168" v="279" actId="26606"/>
          <ac:spMkLst>
            <pc:docMk/>
            <pc:sldMk cId="1622101587" sldId="270"/>
            <ac:spMk id="6215" creationId="{0DF69BD6-A832-49C4-B5FE-69CC90B74E47}"/>
          </ac:spMkLst>
        </pc:spChg>
        <pc:spChg chg="add del">
          <ac:chgData name="Shivyanshi, Kumari" userId="bbd30211-e9c6-4c3c-b087-fca18bcaa776" providerId="ADAL" clId="{9196E06D-0A06-4151-AE46-314829F4CDC1}" dt="2025-03-06T09:40:48.158" v="278" actId="26606"/>
          <ac:spMkLst>
            <pc:docMk/>
            <pc:sldMk cId="1622101587" sldId="270"/>
            <ac:spMk id="6222" creationId="{0DF69BD6-A832-49C4-B5FE-69CC90B74E47}"/>
          </ac:spMkLst>
        </pc:spChg>
        <pc:spChg chg="add">
          <ac:chgData name="Shivyanshi, Kumari" userId="bbd30211-e9c6-4c3c-b087-fca18bcaa776" providerId="ADAL" clId="{9196E06D-0A06-4151-AE46-314829F4CDC1}" dt="2025-03-06T09:40:48.168" v="279" actId="26606"/>
          <ac:spMkLst>
            <pc:docMk/>
            <pc:sldMk cId="1622101587" sldId="270"/>
            <ac:spMk id="6228" creationId="{AC0749D4-5D79-415F-A4FE-C04AA9FAF637}"/>
          </ac:spMkLst>
        </pc:spChg>
        <pc:spChg chg="add">
          <ac:chgData name="Shivyanshi, Kumari" userId="bbd30211-e9c6-4c3c-b087-fca18bcaa776" providerId="ADAL" clId="{9196E06D-0A06-4151-AE46-314829F4CDC1}" dt="2025-03-06T09:40:48.168" v="279" actId="26606"/>
          <ac:spMkLst>
            <pc:docMk/>
            <pc:sldMk cId="1622101587" sldId="270"/>
            <ac:spMk id="6229" creationId="{E8C1EE2C-97A4-4801-8BC8-9D18F259BDAD}"/>
          </ac:spMkLst>
        </pc:spChg>
        <pc:grpChg chg="add del">
          <ac:chgData name="Shivyanshi, Kumari" userId="bbd30211-e9c6-4c3c-b087-fca18bcaa776" providerId="ADAL" clId="{9196E06D-0A06-4151-AE46-314829F4CDC1}" dt="2025-03-06T09:40:48.168" v="279" actId="26606"/>
          <ac:grpSpMkLst>
            <pc:docMk/>
            <pc:sldMk cId="1622101587" sldId="270"/>
            <ac:grpSpMk id="6216" creationId="{CB018903-3549-4A3B-A9DF-B26757CAA9C6}"/>
          </ac:grpSpMkLst>
        </pc:grpChg>
        <pc:grpChg chg="add del">
          <ac:chgData name="Shivyanshi, Kumari" userId="bbd30211-e9c6-4c3c-b087-fca18bcaa776" providerId="ADAL" clId="{9196E06D-0A06-4151-AE46-314829F4CDC1}" dt="2025-03-06T09:40:48.158" v="278" actId="26606"/>
          <ac:grpSpMkLst>
            <pc:docMk/>
            <pc:sldMk cId="1622101587" sldId="270"/>
            <ac:grpSpMk id="6224" creationId="{CB018903-3549-4A3B-A9DF-B26757CAA9C6}"/>
          </ac:grpSpMkLst>
        </pc:grpChg>
        <pc:picChg chg="mod ord">
          <ac:chgData name="Shivyanshi, Kumari" userId="bbd30211-e9c6-4c3c-b087-fca18bcaa776" providerId="ADAL" clId="{9196E06D-0A06-4151-AE46-314829F4CDC1}" dt="2025-03-06T09:41:22.088" v="280" actId="27614"/>
          <ac:picMkLst>
            <pc:docMk/>
            <pc:sldMk cId="1622101587" sldId="270"/>
            <ac:picMk id="3" creationId="{EE8DE367-6AB4-94EE-5BE6-AA2749C54F59}"/>
          </ac:picMkLst>
        </pc:picChg>
        <pc:picChg chg="add mod ord">
          <ac:chgData name="Shivyanshi, Kumari" userId="bbd30211-e9c6-4c3c-b087-fca18bcaa776" providerId="ADAL" clId="{9196E06D-0A06-4151-AE46-314829F4CDC1}" dt="2025-03-06T09:42:40.960" v="297" actId="1076"/>
          <ac:picMkLst>
            <pc:docMk/>
            <pc:sldMk cId="1622101587" sldId="270"/>
            <ac:picMk id="5" creationId="{2B552CF5-3FCC-7B7C-C83F-3D9204A04FD1}"/>
          </ac:picMkLst>
        </pc:picChg>
        <pc:picChg chg="add mod">
          <ac:chgData name="Shivyanshi, Kumari" userId="bbd30211-e9c6-4c3c-b087-fca18bcaa776" providerId="ADAL" clId="{9196E06D-0A06-4151-AE46-314829F4CDC1}" dt="2025-03-06T09:42:41.593" v="298" actId="14100"/>
          <ac:picMkLst>
            <pc:docMk/>
            <pc:sldMk cId="1622101587" sldId="270"/>
            <ac:picMk id="7" creationId="{0F9F7083-4BC3-5A05-4F1C-78195CFA1196}"/>
          </ac:picMkLst>
        </pc:picChg>
        <pc:picChg chg="del">
          <ac:chgData name="Shivyanshi, Kumari" userId="bbd30211-e9c6-4c3c-b087-fca18bcaa776" providerId="ADAL" clId="{9196E06D-0A06-4151-AE46-314829F4CDC1}" dt="2025-03-06T09:40:12.857" v="270" actId="478"/>
          <ac:picMkLst>
            <pc:docMk/>
            <pc:sldMk cId="1622101587" sldId="270"/>
            <ac:picMk id="6146" creationId="{2C956EF4-3E99-D874-F9AC-70AE84207C79}"/>
          </ac:picMkLst>
        </pc:picChg>
        <pc:picChg chg="del">
          <ac:chgData name="Shivyanshi, Kumari" userId="bbd30211-e9c6-4c3c-b087-fca18bcaa776" providerId="ADAL" clId="{9196E06D-0A06-4151-AE46-314829F4CDC1}" dt="2025-03-06T09:40:13.708" v="271" actId="478"/>
          <ac:picMkLst>
            <pc:docMk/>
            <pc:sldMk cId="1622101587" sldId="270"/>
            <ac:picMk id="6148" creationId="{6CB5B898-EC30-25AD-ACAD-F96661EDE296}"/>
          </ac:picMkLst>
        </pc:picChg>
      </pc:sldChg>
      <pc:sldChg chg="modSp mod">
        <pc:chgData name="Shivyanshi, Kumari" userId="bbd30211-e9c6-4c3c-b087-fca18bcaa776" providerId="ADAL" clId="{9196E06D-0A06-4151-AE46-314829F4CDC1}" dt="2025-03-06T09:31:51.838" v="260" actId="14100"/>
        <pc:sldMkLst>
          <pc:docMk/>
          <pc:sldMk cId="3164085058" sldId="276"/>
        </pc:sldMkLst>
        <pc:spChg chg="mod">
          <ac:chgData name="Shivyanshi, Kumari" userId="bbd30211-e9c6-4c3c-b087-fca18bcaa776" providerId="ADAL" clId="{9196E06D-0A06-4151-AE46-314829F4CDC1}" dt="2025-03-06T09:31:51.838" v="260" actId="14100"/>
          <ac:spMkLst>
            <pc:docMk/>
            <pc:sldMk cId="3164085058" sldId="276"/>
            <ac:spMk id="3" creationId="{2E4B8095-137C-810C-EEB5-AAC2B448C56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EF0D96-D5ED-4EE1-AF2B-5C115D308114}" type="doc">
      <dgm:prSet loTypeId="urn:microsoft.com/office/officeart/2005/8/layout/arrow1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447356-912B-4157-91E3-DA5C7C9DFE60}">
      <dgm:prSet phldrT="[Text]" phldr="0"/>
      <dgm:spPr/>
      <dgm:t>
        <a:bodyPr/>
        <a:lstStyle/>
        <a:p>
          <a:r>
            <a:rPr lang="en-US">
              <a:solidFill>
                <a:srgbClr val="002060"/>
              </a:solidFill>
              <a:latin typeface="Walbaum Display"/>
            </a:rPr>
            <a:t>M1</a:t>
          </a:r>
          <a:endParaRPr lang="en-US">
            <a:solidFill>
              <a:srgbClr val="002060"/>
            </a:solidFill>
          </a:endParaRPr>
        </a:p>
      </dgm:t>
    </dgm:pt>
    <dgm:pt modelId="{D61DBF99-5B7D-43F8-ABA0-CF460D85A59E}" type="parTrans" cxnId="{B4907E45-6D0C-4F10-A072-D8B74985DD1D}">
      <dgm:prSet/>
      <dgm:spPr/>
      <dgm:t>
        <a:bodyPr/>
        <a:lstStyle/>
        <a:p>
          <a:endParaRPr lang="en-US"/>
        </a:p>
      </dgm:t>
    </dgm:pt>
    <dgm:pt modelId="{59EB4D93-CBA4-4431-9FF4-0F0A2DC390CB}" type="sibTrans" cxnId="{B4907E45-6D0C-4F10-A072-D8B74985DD1D}">
      <dgm:prSet/>
      <dgm:spPr/>
      <dgm:t>
        <a:bodyPr/>
        <a:lstStyle/>
        <a:p>
          <a:endParaRPr lang="en-US"/>
        </a:p>
      </dgm:t>
    </dgm:pt>
    <dgm:pt modelId="{A2CF86A9-CE84-4D36-8235-5BED6AD81D82}">
      <dgm:prSet phldrT="[Text]" phldr="0"/>
      <dgm:spPr/>
      <dgm:t>
        <a:bodyPr/>
        <a:lstStyle/>
        <a:p>
          <a:r>
            <a:rPr lang="en-US">
              <a:solidFill>
                <a:srgbClr val="002060"/>
              </a:solidFill>
              <a:latin typeface="Walbaum Display"/>
            </a:rPr>
            <a:t>M2</a:t>
          </a:r>
          <a:endParaRPr lang="en-US">
            <a:solidFill>
              <a:srgbClr val="002060"/>
            </a:solidFill>
          </a:endParaRPr>
        </a:p>
      </dgm:t>
    </dgm:pt>
    <dgm:pt modelId="{EFEAD5E8-503C-4C07-9A84-70D6EA0D5270}" type="parTrans" cxnId="{DDEDEEC1-791B-410E-BD76-8B925B388FE7}">
      <dgm:prSet/>
      <dgm:spPr/>
      <dgm:t>
        <a:bodyPr/>
        <a:lstStyle/>
        <a:p>
          <a:endParaRPr lang="en-US"/>
        </a:p>
      </dgm:t>
    </dgm:pt>
    <dgm:pt modelId="{6EFD33E6-A2EF-461D-AB0A-602C8EEAB551}" type="sibTrans" cxnId="{DDEDEEC1-791B-410E-BD76-8B925B388FE7}">
      <dgm:prSet/>
      <dgm:spPr/>
      <dgm:t>
        <a:bodyPr/>
        <a:lstStyle/>
        <a:p>
          <a:endParaRPr lang="en-US"/>
        </a:p>
      </dgm:t>
    </dgm:pt>
    <dgm:pt modelId="{889CA527-23DC-42D7-B8A9-446CF2390D63}" type="pres">
      <dgm:prSet presAssocID="{0AEF0D96-D5ED-4EE1-AF2B-5C115D308114}" presName="cycle" presStyleCnt="0">
        <dgm:presLayoutVars>
          <dgm:dir/>
          <dgm:resizeHandles val="exact"/>
        </dgm:presLayoutVars>
      </dgm:prSet>
      <dgm:spPr/>
    </dgm:pt>
    <dgm:pt modelId="{798D2F38-8D0A-48DA-AEE7-08FD57B1BD61}" type="pres">
      <dgm:prSet presAssocID="{72447356-912B-4157-91E3-DA5C7C9DFE60}" presName="arrow" presStyleLbl="node1" presStyleIdx="0" presStyleCnt="2">
        <dgm:presLayoutVars>
          <dgm:bulletEnabled val="1"/>
        </dgm:presLayoutVars>
      </dgm:prSet>
      <dgm:spPr/>
    </dgm:pt>
    <dgm:pt modelId="{0FD5FF94-257B-41C2-91D9-CBF77BEC739C}" type="pres">
      <dgm:prSet presAssocID="{A2CF86A9-CE84-4D36-8235-5BED6AD81D82}" presName="arrow" presStyleLbl="node1" presStyleIdx="1" presStyleCnt="2">
        <dgm:presLayoutVars>
          <dgm:bulletEnabled val="1"/>
        </dgm:presLayoutVars>
      </dgm:prSet>
      <dgm:spPr/>
    </dgm:pt>
  </dgm:ptLst>
  <dgm:cxnLst>
    <dgm:cxn modelId="{2374EA19-9BCA-4F87-A745-D49708AA885E}" type="presOf" srcId="{0AEF0D96-D5ED-4EE1-AF2B-5C115D308114}" destId="{889CA527-23DC-42D7-B8A9-446CF2390D63}" srcOrd="0" destOrd="0" presId="urn:microsoft.com/office/officeart/2005/8/layout/arrow1"/>
    <dgm:cxn modelId="{8CE26D62-BF79-4603-A543-BDA51BBE0317}" type="presOf" srcId="{72447356-912B-4157-91E3-DA5C7C9DFE60}" destId="{798D2F38-8D0A-48DA-AEE7-08FD57B1BD61}" srcOrd="0" destOrd="0" presId="urn:microsoft.com/office/officeart/2005/8/layout/arrow1"/>
    <dgm:cxn modelId="{B4907E45-6D0C-4F10-A072-D8B74985DD1D}" srcId="{0AEF0D96-D5ED-4EE1-AF2B-5C115D308114}" destId="{72447356-912B-4157-91E3-DA5C7C9DFE60}" srcOrd="0" destOrd="0" parTransId="{D61DBF99-5B7D-43F8-ABA0-CF460D85A59E}" sibTransId="{59EB4D93-CBA4-4431-9FF4-0F0A2DC390CB}"/>
    <dgm:cxn modelId="{DDEDEEC1-791B-410E-BD76-8B925B388FE7}" srcId="{0AEF0D96-D5ED-4EE1-AF2B-5C115D308114}" destId="{A2CF86A9-CE84-4D36-8235-5BED6AD81D82}" srcOrd="1" destOrd="0" parTransId="{EFEAD5E8-503C-4C07-9A84-70D6EA0D5270}" sibTransId="{6EFD33E6-A2EF-461D-AB0A-602C8EEAB551}"/>
    <dgm:cxn modelId="{D930D3F2-4AA4-4729-B829-D99B296331C8}" type="presOf" srcId="{A2CF86A9-CE84-4D36-8235-5BED6AD81D82}" destId="{0FD5FF94-257B-41C2-91D9-CBF77BEC739C}" srcOrd="0" destOrd="0" presId="urn:microsoft.com/office/officeart/2005/8/layout/arrow1"/>
    <dgm:cxn modelId="{6475A23A-07A7-495F-94B7-35997C75724A}" type="presParOf" srcId="{889CA527-23DC-42D7-B8A9-446CF2390D63}" destId="{798D2F38-8D0A-48DA-AEE7-08FD57B1BD61}" srcOrd="0" destOrd="0" presId="urn:microsoft.com/office/officeart/2005/8/layout/arrow1"/>
    <dgm:cxn modelId="{1E2B9F59-33B3-404C-807A-1FFD118316F5}" type="presParOf" srcId="{889CA527-23DC-42D7-B8A9-446CF2390D63}" destId="{0FD5FF94-257B-41C2-91D9-CBF77BEC739C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8D2F38-8D0A-48DA-AEE7-08FD57B1BD61}">
      <dsp:nvSpPr>
        <dsp:cNvPr id="0" name=""/>
        <dsp:cNvSpPr/>
      </dsp:nvSpPr>
      <dsp:spPr>
        <a:xfrm rot="16200000">
          <a:off x="177" y="57779"/>
          <a:ext cx="2030334" cy="2030334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solidFill>
                <a:srgbClr val="002060"/>
              </a:solidFill>
              <a:latin typeface="Walbaum Display"/>
            </a:rPr>
            <a:t>M1</a:t>
          </a:r>
          <a:endParaRPr lang="en-US" sz="3400" kern="1200">
            <a:solidFill>
              <a:srgbClr val="002060"/>
            </a:solidFill>
          </a:endParaRPr>
        </a:p>
      </dsp:txBody>
      <dsp:txXfrm rot="5400000">
        <a:off x="355486" y="565362"/>
        <a:ext cx="1675026" cy="1015167"/>
      </dsp:txXfrm>
    </dsp:sp>
    <dsp:sp modelId="{0FD5FF94-257B-41C2-91D9-CBF77BEC739C}">
      <dsp:nvSpPr>
        <dsp:cNvPr id="0" name=""/>
        <dsp:cNvSpPr/>
      </dsp:nvSpPr>
      <dsp:spPr>
        <a:xfrm rot="5400000">
          <a:off x="2234231" y="57779"/>
          <a:ext cx="2030334" cy="2030334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solidFill>
                <a:srgbClr val="002060"/>
              </a:solidFill>
              <a:latin typeface="Walbaum Display"/>
            </a:rPr>
            <a:t>M2</a:t>
          </a:r>
          <a:endParaRPr lang="en-US" sz="3400" kern="1200">
            <a:solidFill>
              <a:srgbClr val="002060"/>
            </a:solidFill>
          </a:endParaRPr>
        </a:p>
      </dsp:txBody>
      <dsp:txXfrm rot="-5400000">
        <a:off x="2234232" y="565363"/>
        <a:ext cx="1675026" cy="1015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E7549-69B7-43FF-AB9B-A2CCA2F9F793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720DA-5305-47AA-B5E8-58A0CF5C4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279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720DA-5305-47AA-B5E8-58A0CF5C474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799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720DA-5305-47AA-B5E8-58A0CF5C474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709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91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C4CCE-779B-98C7-38A9-E377EF8CF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3E5DC0-DE19-ED12-7A72-68007D8B0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DD453-8341-6316-078C-7A08CEAEB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4B3E5-39CE-F7E9-5496-5E21D611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63A1F-FD62-EF49-5AC9-853647DA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9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8A1E-D887-97F9-8F4D-657B8ABB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86609-554D-0926-74EA-26C1C81F5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B0866-1FA2-270D-116B-A56A58A6B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4CD19-6C0A-E602-099B-3982968C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8884A-6C21-BFE9-F6C7-03E06B63F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6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1946-601E-40E7-89C3-39817A997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C02FB-9FEB-80D8-97E6-B96EA7A6A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4A47D-3AEB-EBEB-81A8-85FE85FB7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675E2-9301-BE81-10AE-E465ED30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5B082-31F2-068B-9FBA-290E55CD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1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B24EB-AB56-1E41-6DED-A8595212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A95FD-46EF-E090-0611-BE6315CE12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EA257-E0D5-257C-A57A-A04445D92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DDFF8-2613-B316-A96F-56F9AFE8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27627-EAF8-05FF-536A-1EA9352E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57B69-1CC7-9F7A-F79E-CF7CB953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6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C9D5-823E-106D-B8A1-0AA99F741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15DC5-7C6A-6666-4B67-2A03C0B68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17C9A-8572-B55F-2826-AF8A51D6E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FE250-4CBE-74E5-4268-52186048B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93A8E-0FC8-10EB-4BE1-E642A5C80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B61161-ADBE-9697-81CE-1DEEF697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599D73-8288-E0A1-B353-E2920B11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72421A-FCD4-27A8-29A6-C9FE4BF4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1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91D4E-84EA-6F3D-9970-FA42ABDC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B57D7F-38C4-B5C8-BE3F-A40B6D32E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9B008E-10AC-E941-4E97-63BEF0D1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CBFDA-54BF-42EB-C0B6-0BBE4952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9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9F87E-8F98-8C46-49D7-6ACDFFE9C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180B3-E998-8C60-7EC0-08F87000A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DD1D3-7610-0D05-014A-D5710270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6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6AF7-D4CD-2F13-78D1-0F92CC16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F346-D8BC-908B-7C8C-507A96CB4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F60DC-5300-B286-A6DB-B4E89D561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71AC2-9C63-1115-81B3-E5079408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0CBFF-84F7-C37D-2764-13F0B598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CDEE9-8299-DA9E-EE70-9BEAD3D4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5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7D99-C95E-56FF-2DA9-66993F408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F4090-9AE7-9E34-F41C-1ACD0B943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724B9-7513-4415-A7FA-350D74F59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15B48-F84C-0539-EA9A-17C633138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37D82-B09F-C5AC-E397-7D041280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5A217-B0CC-E9CD-6CC6-BF7EFDAE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0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82334-7CA1-C503-39D3-31522AABD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9C2A2-428B-8B4D-0D18-186DD9589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AD4DB-D581-B0BA-A6C6-35367D71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5B4B3-FABD-9BB2-C3C7-BF5E2265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0B220-0FF6-3FEC-0819-21821348D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36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079CA-8F2E-E0F6-CCBE-A8C91AA15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4C427-96E6-DE51-561A-AC70703E0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A5927-C1F2-1B7E-BC8F-66D3DB71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A15BE-6AB5-6A00-4843-97BB88F8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6B164-C3F7-50C3-1574-5C05D46C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3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2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2CFC8A-D4A7-A2C2-194F-4F238146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E29A8-D80C-30D0-8F43-EB8C379BD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6502E-A9B3-891F-B768-B9B91A870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9109-ACF4-4861-8F7E-4599D1F6582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66073-AF4C-AE32-5B15-17727A9C6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C111A-DA29-0294-90BD-5D5E7D74C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807AE-97D3-4813-BA5F-51C00982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8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avy 3D art">
            <a:extLst>
              <a:ext uri="{FF2B5EF4-FFF2-40B4-BE49-F238E27FC236}">
                <a16:creationId xmlns:a16="http://schemas.microsoft.com/office/drawing/2014/main" id="{B52C2A2D-934A-9D1A-2A04-8835371423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20450" b="696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F4092-FDC9-0B03-23E4-D9CFC8DF5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471" y="1731962"/>
            <a:ext cx="10853057" cy="2752952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From Broken Bridge to Beautiful Bridge</a:t>
            </a:r>
            <a:endParaRPr lang="en-IN" sz="4800" b="1">
              <a:solidFill>
                <a:srgbClr val="FFFFFF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2BB879D-C569-BB1D-F923-EF1262BBC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4620FD-DC1D-8B77-58BD-F090D3FC4E1E}"/>
              </a:ext>
            </a:extLst>
          </p:cNvPr>
          <p:cNvSpPr txBox="1"/>
          <p:nvPr/>
        </p:nvSpPr>
        <p:spPr>
          <a:xfrm>
            <a:off x="7413171" y="6352747"/>
            <a:ext cx="5126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Presented By: </a:t>
            </a:r>
            <a:r>
              <a:rPr lang="en-US" b="1" err="1"/>
              <a:t>OraApps</a:t>
            </a:r>
            <a:r>
              <a:rPr lang="en-US" b="1"/>
              <a:t> 27</a:t>
            </a:r>
            <a:r>
              <a:rPr lang="en-US" b="1" baseline="30000"/>
              <a:t>th</a:t>
            </a:r>
            <a:r>
              <a:rPr lang="en-US" b="1"/>
              <a:t> Dec Batch 1 BLR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764109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8034D-A424-BCF6-CE53-0CD31D2C5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702643"/>
            <a:ext cx="2489735" cy="5005137"/>
          </a:xfrm>
        </p:spPr>
        <p:txBody>
          <a:bodyPr vert="wordArtVert">
            <a:normAutofit/>
          </a:bodyPr>
          <a:lstStyle/>
          <a:p>
            <a:r>
              <a:rPr lang="en-IN"/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58D9C-9B18-5CA2-FF57-AE600884A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0007" y="1230493"/>
            <a:ext cx="5544153" cy="4332107"/>
          </a:xfrm>
        </p:spPr>
        <p:txBody>
          <a:bodyPr>
            <a:normAutofit fontScale="92500" lnSpcReduction="20000"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Introduction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Pre-Training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Power skills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Practices and Activities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Technical skills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Mandatory courses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Modules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Assessments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Fun activities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Post Training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Changes pre and post assessments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/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76092-8AFF-D23C-2850-66B3F7D0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B445D-D712-0DF4-EA50-FF6DF468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2</a:t>
            </a:fld>
            <a:endParaRPr lang="en-US"/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F242E496-E9BF-8E54-A008-30E523EE7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623" y="623235"/>
            <a:ext cx="1206045" cy="1206045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7F8A2E5-18E4-5D17-7266-6B08EEB5B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16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F8992-2618-2F3F-83E7-4658BC30A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341"/>
            <a:ext cx="9144000" cy="821940"/>
          </a:xfrm>
        </p:spPr>
        <p:txBody>
          <a:bodyPr/>
          <a:lstStyle/>
          <a:p>
            <a:r>
              <a:rPr lang="en-IN"/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D1991-A374-EC15-4F18-A6AC5BA89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B7B07-BCC0-F416-0036-66C34128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3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F78B0-12FA-F4AB-1722-A3CEA9243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8428" y="2227954"/>
            <a:ext cx="6803571" cy="3530589"/>
          </a:xfrm>
        </p:spPr>
        <p:txBody>
          <a:bodyPr>
            <a:normAutofit/>
          </a:bodyPr>
          <a:lstStyle/>
          <a:p>
            <a:r>
              <a:rPr lang="en-IN" sz="2400" b="1"/>
              <a:t>O</a:t>
            </a:r>
            <a:r>
              <a:rPr lang="en-IN" sz="2400" b="1" cap="none"/>
              <a:t>ra</a:t>
            </a:r>
            <a:r>
              <a:rPr lang="en-IN" sz="2400" b="1"/>
              <a:t>a</a:t>
            </a:r>
            <a:r>
              <a:rPr lang="en-IN" sz="2400" b="1" cap="none"/>
              <a:t>pps</a:t>
            </a:r>
            <a:r>
              <a:rPr lang="en-IN" sz="2400" b="1"/>
              <a:t> training focuses on</a:t>
            </a:r>
            <a:br>
              <a:rPr lang="en-IN"/>
            </a:br>
            <a:br>
              <a:rPr lang="en-IN"/>
            </a:br>
            <a:endParaRPr lang="en-IN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Mastering Oracle ERP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Expertise in Oracle EBS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Optimizing Financial Management with Oracle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End-to-End Business Solutions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Real-World ERP Applications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0FBB376-F800-A7EA-5AC0-9BE36E7E7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racle unit partners with Everest to bring blockchain to banks worldwide |  Reuters">
            <a:extLst>
              <a:ext uri="{FF2B5EF4-FFF2-40B4-BE49-F238E27FC236}">
                <a16:creationId xmlns:a16="http://schemas.microsoft.com/office/drawing/2014/main" id="{8EFCB3B7-8894-5441-F60C-C3FD20466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29" y="1961521"/>
            <a:ext cx="4713514" cy="353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505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74F6-07AB-E4C2-7915-32812DB10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5550" y="900982"/>
            <a:ext cx="9144000" cy="783439"/>
          </a:xfrm>
        </p:spPr>
        <p:txBody>
          <a:bodyPr/>
          <a:lstStyle/>
          <a:p>
            <a:r>
              <a:rPr lang="en-IN"/>
              <a:t>Pre – Training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550D6-7FA5-2D8C-21FA-DD21D4E7E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829" y="2146668"/>
            <a:ext cx="7508620" cy="304561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No idea about corporate culture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No domain knowledge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Poor communication skills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Poor presentation skills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Lack of confidence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Stage fear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Refusing to incorporate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85250-F054-19E6-2E95-86CC176615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30725" y="6356350"/>
            <a:ext cx="2743200" cy="365125"/>
          </a:xfrm>
        </p:spPr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921BF-5F6C-DF98-7905-40D0F6B6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4</a:t>
            </a:fld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97B5D77-1E66-2B1A-A801-59CC0DDEA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raining Meeting Business Vector PNG Images, Business People Meeting  Training, Training, Business Characters, Cartoon Characters PNG Image For  Free Download">
            <a:extLst>
              <a:ext uri="{FF2B5EF4-FFF2-40B4-BE49-F238E27FC236}">
                <a16:creationId xmlns:a16="http://schemas.microsoft.com/office/drawing/2014/main" id="{F580FF2C-FD8B-DC97-1434-523DAD4AA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545" y="2106385"/>
            <a:ext cx="2645229" cy="264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13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C476B-29F8-1459-EC2D-1E8793865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47277"/>
            <a:ext cx="9144000" cy="706437"/>
          </a:xfrm>
        </p:spPr>
        <p:txBody>
          <a:bodyPr/>
          <a:lstStyle/>
          <a:p>
            <a:r>
              <a:rPr lang="en-IN"/>
              <a:t>Power Skills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8181B-1920-66A9-348D-5E68B297F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9AACF-D9E6-D89A-668B-B7DE3489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FFA5140-B987-6F38-767A-F746A7F27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2" descr="How Soft Skills can be Developed at the Workplace">
            <a:extLst>
              <a:ext uri="{FF2B5EF4-FFF2-40B4-BE49-F238E27FC236}">
                <a16:creationId xmlns:a16="http://schemas.microsoft.com/office/drawing/2014/main" id="{0C77F404-6A09-BA44-3CEE-127C4A8FA0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39886" y="772886"/>
            <a:ext cx="5388428" cy="5388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How Soft Skills can be Developed at the Workplace">
            <a:extLst>
              <a:ext uri="{FF2B5EF4-FFF2-40B4-BE49-F238E27FC236}">
                <a16:creationId xmlns:a16="http://schemas.microsoft.com/office/drawing/2014/main" id="{809C61D9-6E19-606A-49AA-F585EC579F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233057" cy="323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4D8CBB-36DE-658C-C41D-22CFD643C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739" y="1256920"/>
            <a:ext cx="8096519" cy="479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49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D4088A-53C7-9306-B394-5E7367F3A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771" y="2862943"/>
            <a:ext cx="3559743" cy="2754165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Group Presentations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Ppt presentation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Email writing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Communication skills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Speaking skills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RESUME WRITING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CE385-C843-ACE9-2CB5-9736A47DC3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203" y="6308224"/>
            <a:ext cx="2743200" cy="365125"/>
          </a:xfrm>
        </p:spPr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CD123-889B-5090-B044-06F430A6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4378" y="6308224"/>
            <a:ext cx="521207" cy="365125"/>
          </a:xfrm>
        </p:spPr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E6A63D2-FBA9-E457-D3C8-FCC8350F28DB}"/>
              </a:ext>
            </a:extLst>
          </p:cNvPr>
          <p:cNvSpPr txBox="1">
            <a:spLocks/>
          </p:cNvSpPr>
          <p:nvPr/>
        </p:nvSpPr>
        <p:spPr>
          <a:xfrm>
            <a:off x="7837783" y="2757965"/>
            <a:ext cx="3712143" cy="32822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Interview preparation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Debate between two colleagues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Johari method – self introspection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behaviour skills training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Scenario based q/a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CD2682-9284-2253-9011-DD0282FA607D}"/>
              </a:ext>
            </a:extLst>
          </p:cNvPr>
          <p:cNvSpPr txBox="1"/>
          <p:nvPr/>
        </p:nvSpPr>
        <p:spPr>
          <a:xfrm>
            <a:off x="8282540" y="2352981"/>
            <a:ext cx="2503714" cy="40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/>
              <a:t>ACTIVITIES  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DF8002-0F22-D0FD-49E2-CB00FBF54CE9}"/>
              </a:ext>
            </a:extLst>
          </p:cNvPr>
          <p:cNvSpPr txBox="1"/>
          <p:nvPr/>
        </p:nvSpPr>
        <p:spPr>
          <a:xfrm>
            <a:off x="1022203" y="2388633"/>
            <a:ext cx="2052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/>
              <a:t>PRACTICES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48388496-C134-6DED-B646-85C8B1A2C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Open Arms Logo Photos, Images &amp; Pictures | Shutterstock">
            <a:extLst>
              <a:ext uri="{FF2B5EF4-FFF2-40B4-BE49-F238E27FC236}">
                <a16:creationId xmlns:a16="http://schemas.microsoft.com/office/drawing/2014/main" id="{A2DC41CA-CD50-D500-70BF-823292172E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17017" r="18919" b="24694"/>
          <a:stretch/>
        </p:blipFill>
        <p:spPr bwMode="auto">
          <a:xfrm>
            <a:off x="4316701" y="898618"/>
            <a:ext cx="3091543" cy="318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535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5649-C466-5056-D421-079B9DA6D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983" y="191869"/>
            <a:ext cx="4280034" cy="769030"/>
          </a:xfrm>
        </p:spPr>
        <p:txBody>
          <a:bodyPr/>
          <a:lstStyle/>
          <a:p>
            <a:r>
              <a:rPr lang="en-IN"/>
              <a:t>Technical Skills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A5F66-36B6-0AB8-3522-F2A75CE8A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48138-107D-6533-ECA8-BE3E62C4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3827D714-7897-247F-2768-4D5DBDAB3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4C5B60-CE31-08B2-94B4-B57CDEDBB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057" y="1041097"/>
            <a:ext cx="10101942" cy="514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00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51C68-93E8-5141-9A97-B27363F9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A36F2-67F9-F6DF-C4E6-4EF3C9C3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 descr="A person standing on a graph&#10;&#10;AI-generated content may be incorrect.">
            <a:extLst>
              <a:ext uri="{FF2B5EF4-FFF2-40B4-BE49-F238E27FC236}">
                <a16:creationId xmlns:a16="http://schemas.microsoft.com/office/drawing/2014/main" id="{6CEA3E8A-18DD-4C74-4F0B-BE82CB074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202" y="287963"/>
            <a:ext cx="1284209" cy="1284209"/>
          </a:xfrm>
          <a:prstGeom prst="rect">
            <a:avLst/>
          </a:prstGeom>
        </p:spPr>
      </p:pic>
      <p:pic>
        <p:nvPicPr>
          <p:cNvPr id="13" name="Picture 12" descr="A person wearing a mask and a hood with a computer&#10;&#10;AI-generated content may be incorrect.">
            <a:extLst>
              <a:ext uri="{FF2B5EF4-FFF2-40B4-BE49-F238E27FC236}">
                <a16:creationId xmlns:a16="http://schemas.microsoft.com/office/drawing/2014/main" id="{E556BE36-5FB7-98BE-DA6C-59563CBCA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43" y="162425"/>
            <a:ext cx="1409747" cy="1409747"/>
          </a:xfrm>
          <a:prstGeom prst="rect">
            <a:avLst/>
          </a:prstGeom>
        </p:spPr>
      </p:pic>
      <p:pic>
        <p:nvPicPr>
          <p:cNvPr id="17" name="Picture 16" descr="A head with leaves in the middle&#10;&#10;AI-generated content may be incorrect.">
            <a:extLst>
              <a:ext uri="{FF2B5EF4-FFF2-40B4-BE49-F238E27FC236}">
                <a16:creationId xmlns:a16="http://schemas.microsoft.com/office/drawing/2014/main" id="{3ECC26A6-AB8C-8373-E011-92A3BE0DF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743" y="4187857"/>
            <a:ext cx="1336291" cy="1336291"/>
          </a:xfrm>
          <a:prstGeom prst="rect">
            <a:avLst/>
          </a:prstGeom>
        </p:spPr>
      </p:pic>
      <p:pic>
        <p:nvPicPr>
          <p:cNvPr id="19" name="Picture 18" descr="A colorful chart with arrows and a smiling face&#10;&#10;AI-generated content may be incorrect.">
            <a:extLst>
              <a:ext uri="{FF2B5EF4-FFF2-40B4-BE49-F238E27FC236}">
                <a16:creationId xmlns:a16="http://schemas.microsoft.com/office/drawing/2014/main" id="{35A50048-4F88-32ED-3A87-00343D8A96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801" y="4476315"/>
            <a:ext cx="1219541" cy="1219541"/>
          </a:xfrm>
          <a:prstGeom prst="rect">
            <a:avLst/>
          </a:prstGeom>
        </p:spPr>
      </p:pic>
      <p:pic>
        <p:nvPicPr>
          <p:cNvPr id="21" name="Picture 20" descr="A person and person talking&#10;&#10;AI-generated content may be incorrect.">
            <a:extLst>
              <a:ext uri="{FF2B5EF4-FFF2-40B4-BE49-F238E27FC236}">
                <a16:creationId xmlns:a16="http://schemas.microsoft.com/office/drawing/2014/main" id="{A5E3D269-6F40-2054-C404-189AA171EB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45" y="4052475"/>
            <a:ext cx="1607056" cy="1607056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0ED82A3-397E-563E-4E42-23AD403BD3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041" y="2113383"/>
            <a:ext cx="1466638" cy="1466638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D043E9F-1077-B4E5-B2C7-D2C9CCC9539C}"/>
              </a:ext>
            </a:extLst>
          </p:cNvPr>
          <p:cNvSpPr/>
          <p:nvPr/>
        </p:nvSpPr>
        <p:spPr>
          <a:xfrm>
            <a:off x="3361663" y="2667945"/>
            <a:ext cx="4972782" cy="10130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/>
              <a:t>Mandatory Courses</a:t>
            </a:r>
          </a:p>
          <a:p>
            <a:pPr algn="ctr"/>
            <a:endParaRPr lang="en-IN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5FA85ECE-D419-B138-1814-ACBF20B70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6407" y="1664757"/>
            <a:ext cx="2960355" cy="660494"/>
          </a:xfrm>
        </p:spPr>
        <p:txBody>
          <a:bodyPr/>
          <a:lstStyle/>
          <a:p>
            <a:r>
              <a:rPr lang="en-US"/>
              <a:t>Cyber security</a:t>
            </a:r>
            <a:endParaRPr lang="en-IN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D261AA34-AD9C-76D6-4FCD-B6387B028617}"/>
              </a:ext>
            </a:extLst>
          </p:cNvPr>
          <p:cNvSpPr txBox="1">
            <a:spLocks/>
          </p:cNvSpPr>
          <p:nvPr/>
        </p:nvSpPr>
        <p:spPr>
          <a:xfrm>
            <a:off x="8738331" y="3359324"/>
            <a:ext cx="2960355" cy="6604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Industry L1</a:t>
            </a:r>
            <a:endParaRPr lang="en-IN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AC992AA9-A545-E3C0-6D9D-AE928664B61A}"/>
              </a:ext>
            </a:extLst>
          </p:cNvPr>
          <p:cNvSpPr txBox="1">
            <a:spLocks/>
          </p:cNvSpPr>
          <p:nvPr/>
        </p:nvSpPr>
        <p:spPr>
          <a:xfrm>
            <a:off x="2673256" y="1664757"/>
            <a:ext cx="2960355" cy="6604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leadership</a:t>
            </a:r>
            <a:endParaRPr lang="en-IN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074F91BA-5783-475C-9898-B50910C12016}"/>
              </a:ext>
            </a:extLst>
          </p:cNvPr>
          <p:cNvSpPr txBox="1">
            <a:spLocks/>
          </p:cNvSpPr>
          <p:nvPr/>
        </p:nvSpPr>
        <p:spPr>
          <a:xfrm>
            <a:off x="7602636" y="5695856"/>
            <a:ext cx="2960355" cy="6604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Sustainability awareness</a:t>
            </a:r>
            <a:endParaRPr lang="en-IN"/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E36BE2B7-3282-9F48-A36E-4964792AE360}"/>
              </a:ext>
            </a:extLst>
          </p:cNvPr>
          <p:cNvSpPr txBox="1">
            <a:spLocks/>
          </p:cNvSpPr>
          <p:nvPr/>
        </p:nvSpPr>
        <p:spPr>
          <a:xfrm>
            <a:off x="449182" y="3421024"/>
            <a:ext cx="2960355" cy="6604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Gen ai</a:t>
            </a:r>
            <a:endParaRPr lang="en-IN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EF7A4DDA-B300-AE0A-3455-C905CC60A0FD}"/>
              </a:ext>
            </a:extLst>
          </p:cNvPr>
          <p:cNvSpPr txBox="1">
            <a:spLocks/>
          </p:cNvSpPr>
          <p:nvPr/>
        </p:nvSpPr>
        <p:spPr>
          <a:xfrm>
            <a:off x="935073" y="5746579"/>
            <a:ext cx="2960355" cy="6604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Ef solo</a:t>
            </a:r>
            <a:endParaRPr lang="en-IN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D2D86116-B72F-A6F1-2B0C-93705EE90078}"/>
              </a:ext>
            </a:extLst>
          </p:cNvPr>
          <p:cNvSpPr txBox="1">
            <a:spLocks/>
          </p:cNvSpPr>
          <p:nvPr/>
        </p:nvSpPr>
        <p:spPr>
          <a:xfrm>
            <a:off x="4367877" y="5746579"/>
            <a:ext cx="2960355" cy="6604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Agile methodology</a:t>
            </a:r>
            <a:endParaRPr lang="en-IN"/>
          </a:p>
        </p:txBody>
      </p:sp>
      <p:pic>
        <p:nvPicPr>
          <p:cNvPr id="1028" name="Picture 4" descr="Education, industry, scholar, school, knowledge, learning, study icon -  Download on Iconfinder">
            <a:extLst>
              <a:ext uri="{FF2B5EF4-FFF2-40B4-BE49-F238E27FC236}">
                <a16:creationId xmlns:a16="http://schemas.microsoft.com/office/drawing/2014/main" id="{B1461001-1232-D5E5-64BF-F9914676A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558" y="1995004"/>
            <a:ext cx="1597903" cy="159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A413-C7E4-A1A9-703B-6BC6D2032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8318"/>
            <a:ext cx="9144000" cy="725688"/>
          </a:xfrm>
        </p:spPr>
        <p:txBody>
          <a:bodyPr/>
          <a:lstStyle/>
          <a:p>
            <a:r>
              <a:rPr lang="en-IN"/>
              <a:t>Modules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9F88C-874D-9F38-6A40-F1703143B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050BF-A5C8-6A86-79AA-2D96D7E0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F4E3608-AB0A-4BD8-008D-C08CCBF08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1C8B9D-6EF9-2351-EC3D-A34A6E3DFA30}"/>
              </a:ext>
            </a:extLst>
          </p:cNvPr>
          <p:cNvSpPr/>
          <p:nvPr/>
        </p:nvSpPr>
        <p:spPr>
          <a:xfrm>
            <a:off x="1193742" y="1906055"/>
            <a:ext cx="2754085" cy="39406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EFEE81-09FD-64B8-2F88-D47DC806CB19}"/>
              </a:ext>
            </a:extLst>
          </p:cNvPr>
          <p:cNvSpPr txBox="1"/>
          <p:nvPr/>
        </p:nvSpPr>
        <p:spPr>
          <a:xfrm>
            <a:off x="1393020" y="2114669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  <a:p>
            <a:pPr marL="285750" indent="-285750">
              <a:buFont typeface="Arial"/>
              <a:buChar char="•"/>
            </a:pP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sz="2400" b="1"/>
              <a:t>ORACLE SQL</a:t>
            </a:r>
          </a:p>
          <a:p>
            <a:pPr marL="285750" indent="-285750">
              <a:buFont typeface="Arial"/>
              <a:buChar char="•"/>
            </a:pPr>
            <a:endParaRPr lang="en-US" sz="2400" b="1"/>
          </a:p>
          <a:p>
            <a:pPr marL="285750" indent="-285750">
              <a:buFont typeface="Arial"/>
              <a:buChar char="•"/>
            </a:pPr>
            <a:r>
              <a:rPr lang="en-US" sz="2400" b="1"/>
              <a:t>UNIX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DC4EAD-A510-06DB-2A31-DC58817D83A3}"/>
              </a:ext>
            </a:extLst>
          </p:cNvPr>
          <p:cNvSpPr/>
          <p:nvPr/>
        </p:nvSpPr>
        <p:spPr>
          <a:xfrm>
            <a:off x="8672051" y="1906054"/>
            <a:ext cx="2765119" cy="42770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0D074-C6C5-DBFD-CF2C-0DBD8EF6D07E}"/>
              </a:ext>
            </a:extLst>
          </p:cNvPr>
          <p:cNvSpPr txBox="1"/>
          <p:nvPr/>
        </p:nvSpPr>
        <p:spPr>
          <a:xfrm>
            <a:off x="8795657" y="2024743"/>
            <a:ext cx="2518519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/>
              <a:t>SE</a:t>
            </a:r>
          </a:p>
          <a:p>
            <a:endParaRPr lang="en-US" sz="2000" b="1"/>
          </a:p>
          <a:p>
            <a:pPr marL="285750" indent="-285750">
              <a:buFont typeface="Arial"/>
              <a:buChar char="•"/>
            </a:pPr>
            <a:r>
              <a:rPr lang="en-US" sz="2000" b="1"/>
              <a:t>PL/SQL</a:t>
            </a:r>
          </a:p>
          <a:p>
            <a:pPr marL="285750" indent="-285750">
              <a:buFont typeface="Arial"/>
              <a:buChar char="•"/>
            </a:pPr>
            <a:endParaRPr lang="en-US" sz="2000" b="1"/>
          </a:p>
          <a:p>
            <a:pPr marL="285750" indent="-285750">
              <a:buFont typeface="Arial"/>
              <a:buChar char="•"/>
            </a:pPr>
            <a:r>
              <a:rPr lang="en-US" sz="2000" b="1"/>
              <a:t>UNIX</a:t>
            </a:r>
          </a:p>
          <a:p>
            <a:pPr marL="285750" indent="-285750">
              <a:buFont typeface="Arial"/>
              <a:buChar char="•"/>
            </a:pPr>
            <a:endParaRPr lang="en-US" sz="2000" b="1"/>
          </a:p>
          <a:p>
            <a:pPr marL="285750" indent="-285750">
              <a:buFont typeface="Arial"/>
              <a:buChar char="•"/>
            </a:pPr>
            <a:r>
              <a:rPr lang="en-US" sz="2000" b="1"/>
              <a:t>ORACLE ERP</a:t>
            </a:r>
          </a:p>
          <a:p>
            <a:pPr marL="285750" indent="-285750">
              <a:buFont typeface="Arial"/>
              <a:buChar char="•"/>
            </a:pPr>
            <a:endParaRPr lang="en-US" sz="2000" b="1"/>
          </a:p>
          <a:p>
            <a:pPr marL="285750" indent="-285750">
              <a:buFont typeface="Arial"/>
              <a:buChar char="•"/>
            </a:pPr>
            <a:r>
              <a:rPr lang="en-US" sz="2000" b="1"/>
              <a:t>ORACLE EBS</a:t>
            </a:r>
          </a:p>
          <a:p>
            <a:endParaRPr lang="en-US" sz="2000" b="1"/>
          </a:p>
          <a:p>
            <a:pPr marL="285750" indent="-285750">
              <a:buFont typeface="Arial"/>
              <a:buChar char="•"/>
            </a:pPr>
            <a:r>
              <a:rPr lang="en-US" sz="2000" b="1"/>
              <a:t>P2P</a:t>
            </a:r>
          </a:p>
          <a:p>
            <a:endParaRPr lang="en-US" sz="2000" b="1"/>
          </a:p>
          <a:p>
            <a:pPr marL="285750" indent="-285750">
              <a:buFont typeface="Arial"/>
              <a:buChar char="•"/>
            </a:pPr>
            <a:r>
              <a:rPr lang="en-US" sz="2000" b="1"/>
              <a:t>O2C</a:t>
            </a:r>
          </a:p>
          <a:p>
            <a:endParaRPr lang="en-US" sz="2000" b="1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69B93E8-688C-26ED-1441-7AACA45C48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0537986"/>
              </p:ext>
            </p:extLst>
          </p:nvPr>
        </p:nvGraphicFramePr>
        <p:xfrm>
          <a:off x="4154129" y="1723102"/>
          <a:ext cx="4264743" cy="2145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7301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FE9DF350-C3E6-2D54-BF3B-D87A89259079}"/>
              </a:ext>
            </a:extLst>
          </p:cNvPr>
          <p:cNvSpPr/>
          <p:nvPr/>
        </p:nvSpPr>
        <p:spPr>
          <a:xfrm>
            <a:off x="3341082" y="3346355"/>
            <a:ext cx="2594168" cy="284117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ECEA68-1AF1-55CB-39F4-DEF8A81AB9AF}"/>
              </a:ext>
            </a:extLst>
          </p:cNvPr>
          <p:cNvSpPr/>
          <p:nvPr/>
        </p:nvSpPr>
        <p:spPr>
          <a:xfrm>
            <a:off x="9213543" y="3394182"/>
            <a:ext cx="2487160" cy="28411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" descr="Drawing of beautiful young woman holding advertising banner pointing with  hand and finger. Single line art style 10775799 Vector Art at Vecteezy">
            <a:extLst>
              <a:ext uri="{FF2B5EF4-FFF2-40B4-BE49-F238E27FC236}">
                <a16:creationId xmlns:a16="http://schemas.microsoft.com/office/drawing/2014/main" id="{CBB1A7BD-6310-2BAA-C5FE-A39856D6EA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7" t="11949" r="25037"/>
          <a:stretch/>
        </p:blipFill>
        <p:spPr bwMode="auto">
          <a:xfrm>
            <a:off x="9213543" y="3394182"/>
            <a:ext cx="2488653" cy="284117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</p:pic>
      <p:pic>
        <p:nvPicPr>
          <p:cNvPr id="20" name="Picture 2" descr="Drawing of beautiful young woman holding advertising banner pointing with  hand and finger. Single line art style 10775799 Vector Art at Vecteezy">
            <a:extLst>
              <a:ext uri="{FF2B5EF4-FFF2-40B4-BE49-F238E27FC236}">
                <a16:creationId xmlns:a16="http://schemas.microsoft.com/office/drawing/2014/main" id="{B772AF30-B96B-5CE9-9057-9E00037AF5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7" t="11949" r="25037"/>
          <a:stretch/>
        </p:blipFill>
        <p:spPr bwMode="auto">
          <a:xfrm>
            <a:off x="6194666" y="1371600"/>
            <a:ext cx="2549247" cy="258905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Drawing of beautiful young woman holding advertising banner pointing with  hand and finger. Single line art style 10775799 Vector Art at Vecteezy">
            <a:extLst>
              <a:ext uri="{FF2B5EF4-FFF2-40B4-BE49-F238E27FC236}">
                <a16:creationId xmlns:a16="http://schemas.microsoft.com/office/drawing/2014/main" id="{92B03BC3-7FBB-9D6F-F399-5D0CB384D1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7" t="11949" r="25037"/>
          <a:stretch/>
        </p:blipFill>
        <p:spPr bwMode="auto">
          <a:xfrm>
            <a:off x="3341082" y="3346356"/>
            <a:ext cx="2594168" cy="284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Drawing of beautiful young woman holding advertising banner pointing with  hand and finger. Single line art style 10775799 Vector Art at Vecteezy">
            <a:extLst>
              <a:ext uri="{FF2B5EF4-FFF2-40B4-BE49-F238E27FC236}">
                <a16:creationId xmlns:a16="http://schemas.microsoft.com/office/drawing/2014/main" id="{95998057-5009-E7EB-59C6-7ED0C751EE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7" t="11949" r="25037"/>
          <a:stretch/>
        </p:blipFill>
        <p:spPr bwMode="auto">
          <a:xfrm>
            <a:off x="347143" y="1235919"/>
            <a:ext cx="2519420" cy="272473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FE43D2-45B7-EC6B-B58A-BAABE8C64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497" y="411609"/>
            <a:ext cx="9144000" cy="725688"/>
          </a:xfrm>
        </p:spPr>
        <p:txBody>
          <a:bodyPr>
            <a:noAutofit/>
          </a:bodyPr>
          <a:lstStyle/>
          <a:p>
            <a:r>
              <a:rPr lang="en-IN" sz="4400"/>
              <a:t>Assessments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E4C6B-AD26-6A2F-E62A-41876D1C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F56ED-0EF4-4F0B-93CA-A4D8E341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10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BCF33A-D703-852A-2FF7-B0D8E4161AB0}"/>
              </a:ext>
            </a:extLst>
          </p:cNvPr>
          <p:cNvSpPr txBox="1"/>
          <p:nvPr/>
        </p:nvSpPr>
        <p:spPr>
          <a:xfrm rot="-60000" flipH="1">
            <a:off x="1412952" y="2465096"/>
            <a:ext cx="1449155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Assessments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31E066-EE75-4BC1-F08A-1B3F721A7394}"/>
              </a:ext>
            </a:extLst>
          </p:cNvPr>
          <p:cNvSpPr txBox="1"/>
          <p:nvPr/>
        </p:nvSpPr>
        <p:spPr>
          <a:xfrm rot="21540000" flipH="1">
            <a:off x="4041962" y="4660878"/>
            <a:ext cx="2212273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Core Module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094F7A-7A2D-0537-5663-0D9C614EF199}"/>
              </a:ext>
            </a:extLst>
          </p:cNvPr>
          <p:cNvSpPr txBox="1"/>
          <p:nvPr/>
        </p:nvSpPr>
        <p:spPr>
          <a:xfrm rot="21540000" flipH="1">
            <a:off x="6846352" y="2719534"/>
            <a:ext cx="221227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Sprints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E7E4AA-7CD1-6CE1-7FD8-A7373C9C420D}"/>
              </a:ext>
            </a:extLst>
          </p:cNvPr>
          <p:cNvSpPr txBox="1"/>
          <p:nvPr/>
        </p:nvSpPr>
        <p:spPr>
          <a:xfrm rot="21540000" flipH="1">
            <a:off x="9844858" y="4692524"/>
            <a:ext cx="221227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L1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0BF965A5-71BA-9D50-E6DE-2A86F3B4A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99317D3-5BA9-A472-7116-C862E67A71F0}"/>
              </a:ext>
            </a:extLst>
          </p:cNvPr>
          <p:cNvCxnSpPr>
            <a:cxnSpLocks/>
            <a:stCxn id="5122" idx="2"/>
            <a:endCxn id="18" idx="1"/>
          </p:cNvCxnSpPr>
          <p:nvPr/>
        </p:nvCxnSpPr>
        <p:spPr>
          <a:xfrm rot="16200000" flipH="1">
            <a:off x="2070822" y="3496681"/>
            <a:ext cx="806290" cy="17342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6C6847C8-6C21-0D26-E533-9C1A0526DE7F}"/>
              </a:ext>
            </a:extLst>
          </p:cNvPr>
          <p:cNvCxnSpPr>
            <a:cxnSpLocks/>
            <a:stCxn id="18" idx="0"/>
          </p:cNvCxnSpPr>
          <p:nvPr/>
        </p:nvCxnSpPr>
        <p:spPr>
          <a:xfrm rot="5400000" flipH="1" flipV="1">
            <a:off x="4969483" y="2121173"/>
            <a:ext cx="893866" cy="15565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8519E76C-4A9A-90D4-97AE-731006DD35AD}"/>
              </a:ext>
            </a:extLst>
          </p:cNvPr>
          <p:cNvCxnSpPr>
            <a:cxnSpLocks/>
            <a:stCxn id="20" idx="2"/>
            <a:endCxn id="21" idx="1"/>
          </p:cNvCxnSpPr>
          <p:nvPr/>
        </p:nvCxnSpPr>
        <p:spPr>
          <a:xfrm rot="16200000" flipH="1">
            <a:off x="7914358" y="3515581"/>
            <a:ext cx="854117" cy="17442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741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28" name="Rectangle 6227">
            <a:extLst>
              <a:ext uri="{FF2B5EF4-FFF2-40B4-BE49-F238E27FC236}">
                <a16:creationId xmlns:a16="http://schemas.microsoft.com/office/drawing/2014/main" id="{AC0749D4-5D79-415F-A4FE-C04AA9FAF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9" name="Rectangle 6228">
            <a:extLst>
              <a:ext uri="{FF2B5EF4-FFF2-40B4-BE49-F238E27FC236}">
                <a16:creationId xmlns:a16="http://schemas.microsoft.com/office/drawing/2014/main" id="{E8C1EE2C-97A4-4801-8BC8-9D18F259B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1999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57C73-623A-A4FA-9073-FF64D2E2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341" y="5423239"/>
            <a:ext cx="6716578" cy="9920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accent6">
                    <a:lumMod val="75000"/>
                  </a:schemeClr>
                </a:solidFill>
                <a:latin typeface="Walbaum Display (Headings)"/>
              </a:rPr>
              <a:t>Fun Activities</a:t>
            </a:r>
          </a:p>
        </p:txBody>
      </p:sp>
      <p:pic>
        <p:nvPicPr>
          <p:cNvPr id="3" name="Picture 2" descr="A blue spade shaped logo&#10;&#10;AI-generated content may be incorrect.">
            <a:extLst>
              <a:ext uri="{FF2B5EF4-FFF2-40B4-BE49-F238E27FC236}">
                <a16:creationId xmlns:a16="http://schemas.microsoft.com/office/drawing/2014/main" id="{EE8DE367-6AB4-94EE-5BE6-AA2749C54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101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A819C-4F83-1098-9A49-DD3C20BB6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8732" y="1177428"/>
            <a:ext cx="4867175" cy="841191"/>
          </a:xfrm>
        </p:spPr>
        <p:txBody>
          <a:bodyPr>
            <a:normAutofit/>
          </a:bodyPr>
          <a:lstStyle/>
          <a:p>
            <a:r>
              <a:rPr lang="en-IN"/>
              <a:t>Post - Training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7C83EC-BF36-6054-9A2C-41B6B5ED2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0075" y="2382023"/>
            <a:ext cx="7138737" cy="2877953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Enhanced Problem-Solving Abilities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Proficient in Industry-Standard Tools &amp; Techniques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Real-World Project Implementation Experience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Learnt interactions and communication </a:t>
            </a:r>
            <a:br>
              <a:rPr lang="en-IN"/>
            </a:br>
            <a:r>
              <a:rPr lang="en-IN"/>
              <a:t>with higher leads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Got hands-on on</a:t>
            </a:r>
            <a:br>
              <a:rPr lang="en-IN"/>
            </a:br>
            <a:r>
              <a:rPr lang="en-IN"/>
              <a:t>learned technical skills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1EB9F-C971-C89C-52E3-FC9484E33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35091-E2A9-E58C-642C-377B8483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12</a:t>
            </a:fld>
            <a:endParaRPr lang="en-US"/>
          </a:p>
        </p:txBody>
      </p:sp>
      <p:pic>
        <p:nvPicPr>
          <p:cNvPr id="8" name="Graphic 7" descr="Aspiration with solid fill">
            <a:extLst>
              <a:ext uri="{FF2B5EF4-FFF2-40B4-BE49-F238E27FC236}">
                <a16:creationId xmlns:a16="http://schemas.microsoft.com/office/drawing/2014/main" id="{762F6437-D45A-70B5-D6EE-5CC45CF75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195" y="2087478"/>
            <a:ext cx="2683043" cy="2683043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16BC7B2-DD93-DA73-4AAB-24A3AFC7A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495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08E96-8397-177C-DD86-F316F75E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E695-EBCA-8978-C726-AFBFF2037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1024" y="1177428"/>
            <a:ext cx="7493290" cy="841191"/>
          </a:xfrm>
        </p:spPr>
        <p:txBody>
          <a:bodyPr>
            <a:normAutofit/>
          </a:bodyPr>
          <a:lstStyle/>
          <a:p>
            <a:r>
              <a:rPr lang="en-US"/>
              <a:t>Changes Pre and Post Assessments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B8095-137C-810C-EEB5-AAC2B448C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0075" y="2382023"/>
            <a:ext cx="7138737" cy="2984634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Technical Knowledge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Problem Solving Skills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Corporate Standards Awareness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Communication skills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Collaboration &amp; Teamwork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Confidence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52046-704E-1E20-09C6-876C20156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381DF-105E-BC68-1FAD-CF16A1EC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13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9EEDE25-6F53-C8D6-9CBA-43DEA90C5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uccess and achievement icon concept 44254219 Vector Art at Vecteezy">
            <a:extLst>
              <a:ext uri="{FF2B5EF4-FFF2-40B4-BE49-F238E27FC236}">
                <a16:creationId xmlns:a16="http://schemas.microsoft.com/office/drawing/2014/main" id="{82C97FF2-7A06-0543-652F-C0F07BDED3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32"/>
          <a:stretch/>
        </p:blipFill>
        <p:spPr bwMode="auto">
          <a:xfrm>
            <a:off x="1030223" y="2567081"/>
            <a:ext cx="2590801" cy="215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085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E05B9-81B5-EB4B-3021-B846F26A2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66C5-D9DD-AD80-C4BE-3361F0F5C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8732" y="1177428"/>
            <a:ext cx="4867175" cy="841191"/>
          </a:xfrm>
        </p:spPr>
        <p:txBody>
          <a:bodyPr>
            <a:normAutofit/>
          </a:bodyPr>
          <a:lstStyle/>
          <a:p>
            <a:r>
              <a:rPr lang="en-IN"/>
              <a:t>Conclusion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96B8F-2347-C368-8442-AE2CA51E4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5206" y="2415153"/>
            <a:ext cx="7790302" cy="343012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/>
              <a:t>A bridge to success</a:t>
            </a:r>
            <a:endParaRPr lang="en-US"/>
          </a:p>
          <a:p>
            <a:pPr algn="l">
              <a:buFont typeface="Arial" panose="020B0604020202020204" pitchFamily="34" charset="0"/>
              <a:buChar char="•"/>
            </a:pPr>
            <a:r>
              <a:rPr lang="en-IN"/>
              <a:t>What once seemed like gaps in our knowledge and skills have now been reinforced through training, experience, and perseverance.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/>
              <a:t>This training was not just about acquiring skills—it was about building a bridge to success, ensuring we stand resilient, connected, and prepared for the journey ahead.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97D01-0EBD-7F19-A513-EF7495BD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DEB77-B5A0-9025-7F4D-910DED41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14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614C4910-62E2-8E84-9BC6-A7469272F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and white pictogram of a person standing on top of a group of people&#10;&#10;AI-generated content may be incorrect.">
            <a:extLst>
              <a:ext uri="{FF2B5EF4-FFF2-40B4-BE49-F238E27FC236}">
                <a16:creationId xmlns:a16="http://schemas.microsoft.com/office/drawing/2014/main" id="{12445F01-4CBC-B593-BED3-C76CC6705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70" y="2626609"/>
            <a:ext cx="2653504" cy="265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78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Freeform: Shape 8200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F74AC-DAB9-F9C1-FA5D-733C84F72BE2}"/>
              </a:ext>
            </a:extLst>
          </p:cNvPr>
          <p:cNvSpPr txBox="1"/>
          <p:nvPr/>
        </p:nvSpPr>
        <p:spPr>
          <a:xfrm>
            <a:off x="1255060" y="5279511"/>
            <a:ext cx="9681882" cy="73988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GET THE FUTURE YOU WANT</a:t>
            </a:r>
          </a:p>
        </p:txBody>
      </p:sp>
      <p:pic>
        <p:nvPicPr>
          <p:cNvPr id="8194" name="Picture 2" descr="Thank You Royalty-Free Images, Stock Photos &amp; Pictures | Shutterstock">
            <a:extLst>
              <a:ext uri="{FF2B5EF4-FFF2-40B4-BE49-F238E27FC236}">
                <a16:creationId xmlns:a16="http://schemas.microsoft.com/office/drawing/2014/main" id="{96964902-DDBF-0816-4A43-5E3A633DCF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" r="2057" b="16881"/>
          <a:stretch/>
        </p:blipFill>
        <p:spPr bwMode="auto">
          <a:xfrm>
            <a:off x="623087" y="944759"/>
            <a:ext cx="10945825" cy="377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73F596-F0A5-D7CA-45DD-A975DA139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170" y="135921"/>
            <a:ext cx="623284" cy="46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5C238196CB5947BD5FAB9A64833096" ma:contentTypeVersion="10" ma:contentTypeDescription="Create a new document." ma:contentTypeScope="" ma:versionID="19de3204d76646ab6e70780bad9cf4c2">
  <xsd:schema xmlns:xsd="http://www.w3.org/2001/XMLSchema" xmlns:xs="http://www.w3.org/2001/XMLSchema" xmlns:p="http://schemas.microsoft.com/office/2006/metadata/properties" xmlns:ns3="f4be22c6-2f3d-447a-8d99-38ae38af71d4" targetNamespace="http://schemas.microsoft.com/office/2006/metadata/properties" ma:root="true" ma:fieldsID="701db62aba4acf5510a4588168d2e9b5" ns3:_="">
    <xsd:import namespace="f4be22c6-2f3d-447a-8d99-38ae38af71d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be22c6-2f3d-447a-8d99-38ae38af71d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4be22c6-2f3d-447a-8d99-38ae38af71d4" xsi:nil="true"/>
  </documentManagement>
</p:properties>
</file>

<file path=customXml/itemProps1.xml><?xml version="1.0" encoding="utf-8"?>
<ds:datastoreItem xmlns:ds="http://schemas.openxmlformats.org/officeDocument/2006/customXml" ds:itemID="{CA2820AB-2534-456E-9BB3-B141D4A85D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4F4AFE-FBED-4854-9441-CF0F6BCFA66E}">
  <ds:schemaRefs>
    <ds:schemaRef ds:uri="f4be22c6-2f3d-447a-8d99-38ae38af71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4643A5A-D023-49F1-8270-D4804ECC5F66}">
  <ds:schemaRefs>
    <ds:schemaRef ds:uri="f4be22c6-2f3d-447a-8d99-38ae38af71d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310</Words>
  <Application>Microsoft Office PowerPoint</Application>
  <PresentationFormat>Widescreen</PresentationFormat>
  <Paragraphs>124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Aptos Light</vt:lpstr>
      <vt:lpstr>Arial</vt:lpstr>
      <vt:lpstr>Calibri</vt:lpstr>
      <vt:lpstr>Calibri Light</vt:lpstr>
      <vt:lpstr>Walbaum Display</vt:lpstr>
      <vt:lpstr>Walbaum Display (Headings)</vt:lpstr>
      <vt:lpstr>Wingdings</vt:lpstr>
      <vt:lpstr>BohoVogueVTI</vt:lpstr>
      <vt:lpstr>Office Theme</vt:lpstr>
      <vt:lpstr>From Broken Bridge to Beautiful Bridge</vt:lpstr>
      <vt:lpstr>Agenda</vt:lpstr>
      <vt:lpstr>Introduction</vt:lpstr>
      <vt:lpstr>Pre – Training </vt:lpstr>
      <vt:lpstr>Power Skills</vt:lpstr>
      <vt:lpstr>PowerPoint Presentation</vt:lpstr>
      <vt:lpstr>Technical Skills</vt:lpstr>
      <vt:lpstr>PowerPoint Presentation</vt:lpstr>
      <vt:lpstr>Modules</vt:lpstr>
      <vt:lpstr>Assessments</vt:lpstr>
      <vt:lpstr>Fun Activities</vt:lpstr>
      <vt:lpstr>Post - Training </vt:lpstr>
      <vt:lpstr>Changes Pre and Post Assessments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Learning Odyssey</dc:title>
  <dc:creator>Fating, Vidhisha</dc:creator>
  <cp:lastModifiedBy>Kamble, Sumeetkumar</cp:lastModifiedBy>
  <cp:revision>2</cp:revision>
  <dcterms:created xsi:type="dcterms:W3CDTF">2024-04-24T09:19:40Z</dcterms:created>
  <dcterms:modified xsi:type="dcterms:W3CDTF">2025-09-02T10:10:07Z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0x010100465C238196CB5947BD5FAB9A64833096</vt:lpwstr>
  </property>
</Properties>
</file>